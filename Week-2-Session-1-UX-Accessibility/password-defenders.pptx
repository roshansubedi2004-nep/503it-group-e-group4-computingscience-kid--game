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86200" y="548640"/>
            <a:ext cx="1371600" cy="1371600"/>
          </a:xfrm>
          <a:prstGeom prst="ellipse">
            <a:avLst/>
          </a:prstGeom>
          <a:solidFill>
            <a:srgbClr val="546E7A"/>
          </a:solidFill>
          <a:ln w="25400">
            <a:solidFill>
              <a:srgbClr val="78909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97680" y="868680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43400" y="685800"/>
            <a:ext cx="457200" cy="365760"/>
          </a:xfrm>
          <a:prstGeom prst="ellipse">
            <a:avLst/>
          </a:prstGeom>
          <a:solidFill>
            <a:srgbClr val="000000">
              <a:alpha val="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PASSWORD DEFENDERS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Concept Canvas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Safety · Password Security · University Students &amp; Teenagers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4023360"/>
            <a:ext cx="2743200" cy="36576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Safety Education  |  Interactive Quiz Adventure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5029200"/>
            <a:ext cx="9144000" cy="73152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64008" cy="123444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612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TITLE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8912" y="143560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Password Defenders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51560"/>
            <a:ext cx="64008" cy="123444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612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73752" y="143560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Password Safety &amp; Cyber Security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514600"/>
            <a:ext cx="64008" cy="123444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24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8912" y="289864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University Students &amp; Teenagers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09160" y="251460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514600"/>
            <a:ext cx="64008" cy="123444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624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FORMAT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73752" y="289864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Simple Quiz Question Adventure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74320" y="3931920"/>
            <a:ext cx="8595360" cy="1005840"/>
          </a:xfrm>
          <a:prstGeom prst="rect">
            <a:avLst/>
          </a:prstGeom>
          <a:solidFill>
            <a:srgbClr val="546E7A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050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LEARNING OBJECTIVES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3159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Learn how to create strong, secure passwords effectively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Understand why strong passwords are essential to protect accounts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GAMEPLAY LOOP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164592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1645920" cy="64008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97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" y="1874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📖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8600" y="25146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3747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971800"/>
            <a:ext cx="1463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quiz question appears on screen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11096" y="2679192"/>
            <a:ext cx="182880" cy="73152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39112" y="2633472"/>
            <a:ext cx="82296" cy="164592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39112" y="1097280"/>
            <a:ext cx="164592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39112" y="1097280"/>
            <a:ext cx="1645920" cy="64008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39112" y="1097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039112" y="1874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👆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039112" y="25146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3747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CHOOSE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30552" y="2971800"/>
            <a:ext cx="1463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answer from clear button options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21608" y="2679192"/>
            <a:ext cx="182880" cy="73152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9624" y="2633472"/>
            <a:ext cx="82296" cy="164592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9624" y="1097280"/>
            <a:ext cx="164592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9624" y="1097280"/>
            <a:ext cx="1645920" cy="64008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9624" y="1097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849624" y="1874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849624" y="25146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3747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41064" y="2971800"/>
            <a:ext cx="1463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points for correct / lose for wrong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32120" y="2679192"/>
            <a:ext cx="182880" cy="73152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0136" y="2633472"/>
            <a:ext cx="82296" cy="164592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0136" y="1097280"/>
            <a:ext cx="164592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660136" y="1097280"/>
            <a:ext cx="1645920" cy="64008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0136" y="1097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660136" y="1874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660136" y="25146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3747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FEEDBACK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751576" y="2971800"/>
            <a:ext cx="1463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encouraging feedback displayed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42632" y="2679192"/>
            <a:ext cx="182880" cy="73152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70648" y="2633472"/>
            <a:ext cx="82296" cy="164592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70648" y="1097280"/>
            <a:ext cx="164592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470648" y="1097280"/>
            <a:ext cx="1645920" cy="64008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70648" y="1097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470648" y="1874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7470648" y="25146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3747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BADGES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562088" y="2971800"/>
            <a:ext cx="1463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levels &amp; unlock achievement badges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74320" y="47091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progress through levels by answering questions correctly — each level increases in difficulty!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 &amp; ACCESSIBILITY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4114800" cy="45720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3327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KEY FEATURES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58191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16002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tappable answer buttons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use on mobile devices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084832"/>
            <a:ext cx="3840480" cy="18288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128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223113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focused questions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45973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concept per question, no confusion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715768"/>
            <a:ext cx="3840480" cy="18288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84378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286207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&amp; progression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09067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→ Medium → Hard challenge tiers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346704"/>
            <a:ext cx="3840480" cy="18288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4747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🏅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" y="349300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badges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372160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milestones &amp; correct streaks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977640"/>
            <a:ext cx="3840480" cy="18288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10565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7240" y="412394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35254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right/wrong response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17720" y="1005840"/>
            <a:ext cx="4297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17720" y="1005840"/>
            <a:ext cx="4297680" cy="45720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1033272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♿  UX &amp; ACCESSIBILITY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09160" y="158191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166360" y="16002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clear language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66360" y="18288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Age-appropriate, jargon-free wording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2084832"/>
            <a:ext cx="4023360" cy="18288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22128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166360" y="223113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instructions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66360" y="245973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onboarding for new players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2715768"/>
            <a:ext cx="4023360" cy="18288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284378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🖼️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166360" y="286207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icons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66360" y="309067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Icons support text for better understanding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3346704"/>
            <a:ext cx="4023360" cy="18288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34747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👏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166360" y="349300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Encouraging feedback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66360" y="372160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tone even for wrong answers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09160" y="3977640"/>
            <a:ext cx="4023360" cy="18288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410565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166360" y="412394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design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166360" y="435254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contrast, readable font sizes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BADGES &amp; REWARD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572768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3504" y="1261872"/>
            <a:ext cx="914400" cy="914400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29844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🔑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224028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Starter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Level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Basics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29968" y="1097280"/>
            <a:ext cx="1572768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59152" y="1261872"/>
            <a:ext cx="914400" cy="914400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59152" y="129844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075688" y="224028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Guard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75688" y="2633472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5 correct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row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85616" y="1097280"/>
            <a:ext cx="1572768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0" y="1261872"/>
            <a:ext cx="914400" cy="914400"/>
          </a:xfrm>
          <a:prstGeom prst="ellipse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129844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⚔️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831336" y="224028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31336" y="2633472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levels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41264" y="1097280"/>
            <a:ext cx="1572768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70448" y="1261872"/>
            <a:ext cx="914400" cy="914400"/>
          </a:xfrm>
          <a:prstGeom prst="ellipse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70448" y="129844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🌟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586984" y="224028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Hero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86984" y="2633472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score 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level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296912" y="1097280"/>
            <a:ext cx="1572768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26096" y="1261872"/>
            <a:ext cx="914400" cy="914400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26096" y="129844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👑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342632" y="224028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Pro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42632" y="2633472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all topics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challenges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703320"/>
            <a:ext cx="8595360" cy="1234440"/>
          </a:xfrm>
          <a:prstGeom prst="rect">
            <a:avLst/>
          </a:prstGeom>
          <a:solidFill>
            <a:srgbClr val="546E7A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749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POINTS WORK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" y="41148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+10 pts — Correct answer   ❌ -5 pts — Wrong answer   ⚡ +5 pts — Speed bonus   🔥 +15 pts — Streak bonus (3+ in a row)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NOTES &amp; NEXT STEPS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8686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685800" cy="114300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05840"/>
            <a:ext cx="685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1556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UX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1435608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Re-evaluate button sizes, tap target areas, and layout flow across all screens. Ensure mobile-first design principles are applied.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06640" y="1280160"/>
            <a:ext cx="1371600" cy="38404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1280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2304288"/>
            <a:ext cx="8686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304288"/>
            <a:ext cx="685800" cy="114300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304288"/>
            <a:ext cx="685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241401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Clarity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2734056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all question wording and feedback messages. Simplify language for teenagers. Remove technical jargon where possible.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06640" y="2578608"/>
            <a:ext cx="1371600" cy="384048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257860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3602736"/>
            <a:ext cx="8686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3602736"/>
            <a:ext cx="685800" cy="114300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602736"/>
            <a:ext cx="685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1560" y="371246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GitHub Evidence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51560" y="4032504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latest prototype files, design assets, and documentation to the repository. Ensure all team members have access.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06640" y="3877056"/>
            <a:ext cx="1371600" cy="384048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38770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4709160"/>
            <a:ext cx="8686800" cy="32004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72744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Password Defenders  |  Cyber Safety Education Project  |  Game Concept Canvas v1.0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Password Defenders - Game Concept Canvas</dc:title>
  <dc:subject>PptxGenJS Presentation</dc:subject>
  <dc:creator>PptxGenJS</dc:creator>
  <cp:lastModifiedBy>PptxGenJS</cp:lastModifiedBy>
  <cp:revision>1</cp:revision>
  <dcterms:created xsi:type="dcterms:W3CDTF">2026-05-14T12:01:18Z</dcterms:created>
  <dcterms:modified xsi:type="dcterms:W3CDTF">2026-05-14T12:01:18Z</dcterms:modified>
</cp:coreProperties>
</file>