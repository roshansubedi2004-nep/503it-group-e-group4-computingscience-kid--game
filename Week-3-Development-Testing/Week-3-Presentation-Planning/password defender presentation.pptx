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5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51" autoAdjust="0"/>
    <p:restoredTop sz="94660"/>
  </p:normalViewPr>
  <p:slideViewPr>
    <p:cSldViewPr snapToGrid="0">
      <p:cViewPr>
        <p:scale>
          <a:sx n="75" d="100"/>
          <a:sy n="75" d="100"/>
        </p:scale>
        <p:origin x="1128" y="26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9A871-DDD5-4A9A-85F3-C974597EA8E0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9CCD0-8FE5-4666-84C5-914E57323C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2557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9A871-DDD5-4A9A-85F3-C974597EA8E0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9CCD0-8FE5-4666-84C5-914E57323C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3416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9A871-DDD5-4A9A-85F3-C974597EA8E0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9CCD0-8FE5-4666-84C5-914E57323C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1260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9A871-DDD5-4A9A-85F3-C974597EA8E0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9CCD0-8FE5-4666-84C5-914E57323C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605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9A871-DDD5-4A9A-85F3-C974597EA8E0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9CCD0-8FE5-4666-84C5-914E57323C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6719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9A871-DDD5-4A9A-85F3-C974597EA8E0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9CCD0-8FE5-4666-84C5-914E57323C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23860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9A871-DDD5-4A9A-85F3-C974597EA8E0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9CCD0-8FE5-4666-84C5-914E57323C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6759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9A871-DDD5-4A9A-85F3-C974597EA8E0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9CCD0-8FE5-4666-84C5-914E57323C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3658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9A871-DDD5-4A9A-85F3-C974597EA8E0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9CCD0-8FE5-4666-84C5-914E57323C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7830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9A871-DDD5-4A9A-85F3-C974597EA8E0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9CCD0-8FE5-4666-84C5-914E57323C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9969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9A871-DDD5-4A9A-85F3-C974597EA8E0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9CCD0-8FE5-4666-84C5-914E57323C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4936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9A871-DDD5-4A9A-85F3-C974597EA8E0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9CCD0-8FE5-4666-84C5-914E57323CC1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038087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9A871-DDD5-4A9A-85F3-C974597EA8E0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9CCD0-8FE5-4666-84C5-914E57323C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5198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9A871-DDD5-4A9A-85F3-C974597EA8E0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9CCD0-8FE5-4666-84C5-914E57323C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32646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9A871-DDD5-4A9A-85F3-C974597EA8E0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9CCD0-8FE5-4666-84C5-914E57323C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2343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9A871-DDD5-4A9A-85F3-C974597EA8E0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9CCD0-8FE5-4666-84C5-914E57323C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13617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9A871-DDD5-4A9A-85F3-C974597EA8E0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9CCD0-8FE5-4666-84C5-914E57323C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01464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BF9A871-DDD5-4A9A-85F3-C974597EA8E0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69CCD0-8FE5-4666-84C5-914E57323C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213661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  <p:sldLayoutId id="2147483707" r:id="rId12"/>
    <p:sldLayoutId id="2147483708" r:id="rId13"/>
    <p:sldLayoutId id="2147483709" r:id="rId14"/>
    <p:sldLayoutId id="2147483710" r:id="rId15"/>
    <p:sldLayoutId id="2147483711" r:id="rId16"/>
    <p:sldLayoutId id="2147483712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09711-792A-257C-0E05-7B00D388B6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9530" y="638269"/>
            <a:ext cx="9144000" cy="1333966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Arial Black" panose="020B0A04020102020204" pitchFamily="34" charset="0"/>
              </a:rPr>
              <a:t>PASSWORD DEFENDER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9DD2E6-A9E1-4DD1-A43A-6A1F41B3D9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061882"/>
            <a:ext cx="9144000" cy="4365812"/>
          </a:xfrm>
        </p:spPr>
        <p:txBody>
          <a:bodyPr/>
          <a:lstStyle/>
          <a:p>
            <a:r>
              <a:rPr lang="en-US" b="1" i="1" dirty="0"/>
              <a:t>A cyber security awareness game </a:t>
            </a:r>
          </a:p>
          <a:p>
            <a:r>
              <a:rPr lang="en-US" dirty="0"/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b="1" dirty="0"/>
              <a:t>communication and collaboration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dirty="0"/>
              <a:t>Group members </a:t>
            </a:r>
          </a:p>
          <a:p>
            <a:r>
              <a:rPr lang="en-US" dirty="0" err="1"/>
              <a:t>Asutosh</a:t>
            </a:r>
            <a:r>
              <a:rPr lang="en-US" dirty="0"/>
              <a:t> Shiwakoti </a:t>
            </a:r>
          </a:p>
          <a:p>
            <a:r>
              <a:rPr lang="en-US" dirty="0" err="1"/>
              <a:t>Bishal</a:t>
            </a:r>
            <a:r>
              <a:rPr lang="en-US" dirty="0"/>
              <a:t> </a:t>
            </a:r>
            <a:r>
              <a:rPr lang="en-US" dirty="0" err="1"/>
              <a:t>shankhar</a:t>
            </a:r>
            <a:r>
              <a:rPr lang="en-US" dirty="0"/>
              <a:t> </a:t>
            </a:r>
          </a:p>
          <a:p>
            <a:r>
              <a:rPr lang="en-US" dirty="0"/>
              <a:t>Roshan </a:t>
            </a:r>
            <a:r>
              <a:rPr lang="en-US" dirty="0" err="1"/>
              <a:t>poudel</a:t>
            </a:r>
            <a:r>
              <a:rPr lang="en-US" dirty="0"/>
              <a:t> </a:t>
            </a:r>
          </a:p>
          <a:p>
            <a:r>
              <a:rPr lang="en-US" dirty="0" err="1"/>
              <a:t>Tej</a:t>
            </a:r>
            <a:r>
              <a:rPr lang="en-US" dirty="0"/>
              <a:t> shahi </a:t>
            </a:r>
          </a:p>
        </p:txBody>
      </p:sp>
    </p:spTree>
    <p:extLst>
      <p:ext uri="{BB962C8B-B14F-4D97-AF65-F5344CB8AC3E}">
        <p14:creationId xmlns:p14="http://schemas.microsoft.com/office/powerpoint/2010/main" val="41856309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874BA2-78CE-0921-0585-BFB9CEAD1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Black" panose="020B0A04020102020204" pitchFamily="34" charset="0"/>
              </a:rPr>
              <a:t>The problem: why passwords matters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CF23D6-0009-DCD9-310E-856005522F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Weak passwords are one of the most common entry points for cyber attacks. Many teenagers reuse simple passwords across accounts, fall for social engineering tricks, or don’t understand what makes a password truly strong. Password defender tackles this gap by turning password literacy into an engaging challenge.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The cyber-safety issue </a:t>
            </a:r>
          </a:p>
          <a:p>
            <a:r>
              <a:rPr lang="en-US" dirty="0"/>
              <a:t>over 80% of data breaches involve weak or stolen passwords </a:t>
            </a:r>
          </a:p>
          <a:p>
            <a:r>
              <a:rPr lang="en-US" dirty="0"/>
              <a:t>Teenagers often use names, birthdays, or “password123”</a:t>
            </a:r>
          </a:p>
          <a:p>
            <a:r>
              <a:rPr lang="en-US" dirty="0"/>
              <a:t>Most young users cant identify a phishing attempt targeting credentials</a:t>
            </a:r>
          </a:p>
          <a:p>
            <a:r>
              <a:rPr lang="en-US" dirty="0"/>
              <a:t>Passwords reuse across accounts multiples the risk  </a:t>
            </a:r>
          </a:p>
        </p:txBody>
      </p:sp>
    </p:spTree>
    <p:extLst>
      <p:ext uri="{BB962C8B-B14F-4D97-AF65-F5344CB8AC3E}">
        <p14:creationId xmlns:p14="http://schemas.microsoft.com/office/powerpoint/2010/main" val="41419073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E0D851-37FC-BB56-C28C-6369CB010F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Black" panose="020B0A04020102020204" pitchFamily="34" charset="0"/>
              </a:rPr>
              <a:t>Target audience: teenagers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021864-B595-4327-989A-84F7C1788F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25625"/>
            <a:ext cx="12101804" cy="4351338"/>
          </a:xfrm>
        </p:spPr>
        <p:txBody>
          <a:bodyPr/>
          <a:lstStyle/>
          <a:p>
            <a:r>
              <a:rPr lang="en-US" dirty="0"/>
              <a:t>Understanding your audience is essential to designing an effective game. Teenagers face unique digital risk – they’re active on social media, create multiple online accounts, and are often the first targets of phishing and social engineering. Your game speaks directly to them.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Who they are: </a:t>
            </a:r>
          </a:p>
          <a:p>
            <a:pPr marL="0" indent="0">
              <a:buNone/>
            </a:pPr>
            <a:r>
              <a:rPr lang="en-US" dirty="0"/>
              <a:t>age 13-18, digitally connected, active on gaming platforms,</a:t>
            </a:r>
          </a:p>
          <a:p>
            <a:pPr marL="0" indent="0">
              <a:buNone/>
            </a:pPr>
            <a:r>
              <a:rPr lang="en-US" dirty="0"/>
              <a:t>Social media, and streaming services. They create accounts</a:t>
            </a:r>
          </a:p>
          <a:p>
            <a:pPr marL="0" indent="0">
              <a:buNone/>
            </a:pPr>
            <a:r>
              <a:rPr lang="en-US" dirty="0"/>
              <a:t>Constantly – often without thinking about security.                                                                                                      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8475DD35-CCD7-136E-003D-F31313C9B3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0329" y="3428999"/>
            <a:ext cx="4009355" cy="2747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46928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E58A46-1170-C015-38E8-BBFD209DA4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01053"/>
            <a:ext cx="10515600" cy="5775910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What they don’t know: </a:t>
            </a:r>
          </a:p>
          <a:p>
            <a:pPr marL="0" indent="0">
              <a:buNone/>
            </a:pPr>
            <a:r>
              <a:rPr lang="en-US" dirty="0"/>
              <a:t> most teenagers cant explain the difference between a </a:t>
            </a:r>
          </a:p>
          <a:p>
            <a:pPr marL="0" indent="0">
              <a:buNone/>
            </a:pPr>
            <a:r>
              <a:rPr lang="en-US" dirty="0"/>
              <a:t>Strong and weak password. They underestimate how </a:t>
            </a:r>
          </a:p>
          <a:p>
            <a:pPr marL="0" indent="0">
              <a:buNone/>
            </a:pPr>
            <a:r>
              <a:rPr lang="en-US" dirty="0"/>
              <a:t>Quickly attackers can crack common patterns.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How the game reaches to them: </a:t>
            </a:r>
          </a:p>
          <a:p>
            <a:pPr marL="0" indent="0">
              <a:buNone/>
            </a:pPr>
            <a:r>
              <a:rPr lang="en-US" dirty="0"/>
              <a:t>by using tricky questions and game mechanics instead of lectures, password defender meets teenagers where they are – in a format they already enjoy. </a:t>
            </a:r>
          </a:p>
        </p:txBody>
      </p:sp>
      <p:pic>
        <p:nvPicPr>
          <p:cNvPr id="6" name="Image 1" descr="preencoded.png">
            <a:extLst>
              <a:ext uri="{FF2B5EF4-FFF2-40B4-BE49-F238E27FC236}">
                <a16:creationId xmlns:a16="http://schemas.microsoft.com/office/drawing/2014/main" id="{E0961693-DAE1-00E9-8BFD-0B9499377B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5033" y="401052"/>
            <a:ext cx="2573936" cy="1925587"/>
          </a:xfrm>
          <a:prstGeom prst="rect">
            <a:avLst/>
          </a:prstGeom>
        </p:spPr>
      </p:pic>
      <p:pic>
        <p:nvPicPr>
          <p:cNvPr id="7" name="Image 2" descr="preencoded.png">
            <a:extLst>
              <a:ext uri="{FF2B5EF4-FFF2-40B4-BE49-F238E27FC236}">
                <a16:creationId xmlns:a16="http://schemas.microsoft.com/office/drawing/2014/main" id="{EFDDEAB1-DDEB-BAE8-F451-9789A7A449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5033" y="4146136"/>
            <a:ext cx="2573936" cy="1787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88461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BC6F3A-CD42-B9B1-B75E-5B9DD88CA0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Black" panose="020B0A04020102020204" pitchFamily="34" charset="0"/>
              </a:rPr>
              <a:t>GAME CONCEPT: PASSWORD DEFENDER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956605-0799-ACE6-2637-E2F251B815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The core idea </a:t>
            </a:r>
          </a:p>
          <a:p>
            <a:pPr marL="0" indent="0">
              <a:buNone/>
            </a:pPr>
            <a:r>
              <a:rPr lang="en-US" dirty="0"/>
              <a:t>Password defender is an interactive quiz-style game that challenges players to spot the difference between weak and strong passwords through tricky, scenario-based questions. Players must </a:t>
            </a:r>
            <a:r>
              <a:rPr lang="en-US" dirty="0" err="1"/>
              <a:t>tink</a:t>
            </a:r>
            <a:r>
              <a:rPr lang="en-US" dirty="0"/>
              <a:t> like both a user and a hacker – identifying vulnerable passwords and understanding why they fail. </a:t>
            </a:r>
          </a:p>
          <a:p>
            <a:pPr marL="0" indent="0">
              <a:buNone/>
            </a:pPr>
            <a:r>
              <a:rPr lang="en-US" b="1" dirty="0"/>
              <a:t>Learning objective </a:t>
            </a:r>
          </a:p>
          <a:p>
            <a:pPr marL="0" indent="0">
              <a:buNone/>
            </a:pPr>
            <a:r>
              <a:rPr lang="en-US" dirty="0"/>
              <a:t>By the end of the game, players should be able to: </a:t>
            </a:r>
          </a:p>
          <a:p>
            <a:r>
              <a:rPr lang="en-US" dirty="0"/>
              <a:t>Identify what makes a password weak or string</a:t>
            </a:r>
          </a:p>
          <a:p>
            <a:r>
              <a:rPr lang="en-US" dirty="0"/>
              <a:t>Recognize common password mistakes </a:t>
            </a:r>
          </a:p>
          <a:p>
            <a:r>
              <a:rPr lang="en-US" dirty="0"/>
              <a:t>Apply best practices to create secure passwords </a:t>
            </a:r>
          </a:p>
        </p:txBody>
      </p:sp>
    </p:spTree>
    <p:extLst>
      <p:ext uri="{BB962C8B-B14F-4D97-AF65-F5344CB8AC3E}">
        <p14:creationId xmlns:p14="http://schemas.microsoft.com/office/powerpoint/2010/main" val="10198424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7A4887-BAFC-3313-CB8C-AC53E1398D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61474"/>
            <a:ext cx="10515600" cy="5615489"/>
          </a:xfrm>
        </p:spPr>
        <p:txBody>
          <a:bodyPr/>
          <a:lstStyle/>
          <a:p>
            <a:pPr marL="457200" lvl="1" indent="0">
              <a:buNone/>
            </a:pPr>
            <a:r>
              <a:rPr lang="en-US" b="1" dirty="0"/>
              <a:t>Core game loop</a:t>
            </a:r>
          </a:p>
          <a:p>
            <a:pPr marL="457200" lvl="1" indent="0">
              <a:buNone/>
            </a:pPr>
            <a:endParaRPr lang="en-US" b="1" dirty="0"/>
          </a:p>
          <a:p>
            <a:pPr lvl="1"/>
            <a:r>
              <a:rPr lang="en-US" i="1" dirty="0"/>
              <a:t>Player sees a password scenario or example </a:t>
            </a:r>
          </a:p>
          <a:p>
            <a:pPr lvl="1"/>
            <a:r>
              <a:rPr lang="en-US" i="1" dirty="0"/>
              <a:t>Player answers a tricky multiple-choice questions </a:t>
            </a:r>
          </a:p>
          <a:p>
            <a:pPr lvl="1"/>
            <a:r>
              <a:rPr lang="en-US" i="1" dirty="0"/>
              <a:t>Game provides instant feedback explaining the answer</a:t>
            </a:r>
          </a:p>
          <a:p>
            <a:pPr lvl="1"/>
            <a:r>
              <a:rPr lang="en-US" i="1" dirty="0"/>
              <a:t>Score accumulates – challenge increases each round </a:t>
            </a:r>
          </a:p>
          <a:p>
            <a:pPr marL="457200" lvl="1" indent="0">
              <a:buNone/>
            </a:pP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34697207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DF772-D112-25C5-CC68-1F3C47E802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  <a:r>
              <a:rPr lang="en-US" dirty="0">
                <a:latin typeface="Arial Black" panose="020B0A04020102020204" pitchFamily="34" charset="0"/>
              </a:rPr>
              <a:t>UX AND ACCESSIBILITY DESIGN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840EC9-845D-E076-6578-09284E3B62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0042"/>
            <a:ext cx="10515600" cy="495283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Great cyber-safety education only works if players can actually use your game. Your UX and accessibility choice show that your team thought carefully about every user- not just the average one. </a:t>
            </a:r>
          </a:p>
          <a:p>
            <a:pPr marL="0" indent="0">
              <a:buNone/>
            </a:pPr>
            <a:r>
              <a:rPr lang="en-US" dirty="0"/>
              <a:t>                </a:t>
            </a:r>
          </a:p>
          <a:p>
            <a:r>
              <a:rPr lang="en-US" dirty="0"/>
              <a:t>           </a:t>
            </a:r>
            <a:r>
              <a:rPr lang="en-US" b="1" dirty="0"/>
              <a:t>visual clarity</a:t>
            </a:r>
          </a:p>
          <a:p>
            <a:pPr marL="0" indent="0">
              <a:buNone/>
            </a:pPr>
            <a:r>
              <a:rPr lang="en-US" dirty="0"/>
              <a:t>              high-contrast colors, large readable fonts, and clear visual cues    help players understand feedback instantly without  confusion. </a:t>
            </a:r>
          </a:p>
          <a:p>
            <a:r>
              <a:rPr lang="en-US" dirty="0"/>
              <a:t>           </a:t>
            </a:r>
            <a:r>
              <a:rPr lang="en-US" b="1" dirty="0"/>
              <a:t>responsive layout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           teenagers access content on phones, tablets and laptops. Your prototype should work smoothly across devices and screen sizes. </a:t>
            </a:r>
          </a:p>
        </p:txBody>
      </p:sp>
      <p:pic>
        <p:nvPicPr>
          <p:cNvPr id="6" name="Graphic 5" descr="Eye with solid fill">
            <a:extLst>
              <a:ext uri="{FF2B5EF4-FFF2-40B4-BE49-F238E27FC236}">
                <a16:creationId xmlns:a16="http://schemas.microsoft.com/office/drawing/2014/main" id="{CB7ABB33-0EA7-C145-00FD-E9D8EC55CF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6905" y="2819166"/>
            <a:ext cx="890337" cy="782052"/>
          </a:xfrm>
          <a:prstGeom prst="rect">
            <a:avLst/>
          </a:prstGeom>
        </p:spPr>
      </p:pic>
      <p:pic>
        <p:nvPicPr>
          <p:cNvPr id="9" name="Graphic 8" descr="Smart Phone with solid fill">
            <a:extLst>
              <a:ext uri="{FF2B5EF4-FFF2-40B4-BE49-F238E27FC236}">
                <a16:creationId xmlns:a16="http://schemas.microsoft.com/office/drawing/2014/main" id="{B840A009-CEF6-B38A-6A06-49CDC02D7D1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82842" y="4222701"/>
            <a:ext cx="914400" cy="782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64670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83CC0E-F35C-999A-2285-7F21C4C3DB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93558"/>
            <a:ext cx="10515600" cy="5583405"/>
          </a:xfrm>
        </p:spPr>
        <p:txBody>
          <a:bodyPr/>
          <a:lstStyle/>
          <a:p>
            <a:r>
              <a:rPr lang="en-US" b="1" dirty="0"/>
              <a:t>Accessible design </a:t>
            </a:r>
          </a:p>
          <a:p>
            <a:pPr marL="0" indent="0">
              <a:buNone/>
            </a:pPr>
            <a:r>
              <a:rPr lang="en-US" dirty="0"/>
              <a:t>   consider color-blind friendly palettes, keyboards navigation support, and screen-reader compatibility. Accessibility isn’t optional – its part of good design. 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      </a:t>
            </a:r>
            <a:r>
              <a:rPr lang="en-US" b="1" dirty="0"/>
              <a:t>fast and intuitive </a:t>
            </a:r>
          </a:p>
          <a:p>
            <a:pPr marL="0" indent="0">
              <a:buNone/>
            </a:pPr>
            <a:r>
              <a:rPr lang="en-US" dirty="0"/>
              <a:t>         minimal loading times, simple navigation, and clear instructions on every screen keep players engaged rather then </a:t>
            </a:r>
            <a:r>
              <a:rPr lang="en-US" dirty="0" err="1"/>
              <a:t>frustreated</a:t>
            </a:r>
            <a:r>
              <a:rPr lang="en-US" dirty="0"/>
              <a:t>. </a:t>
            </a:r>
          </a:p>
        </p:txBody>
      </p:sp>
      <p:pic>
        <p:nvPicPr>
          <p:cNvPr id="6" name="Graphic 5" descr="Lightning bolt with solid fill">
            <a:extLst>
              <a:ext uri="{FF2B5EF4-FFF2-40B4-BE49-F238E27FC236}">
                <a16:creationId xmlns:a16="http://schemas.microsoft.com/office/drawing/2014/main" id="{ACAA170E-9B03-1916-D41E-7402D6CDF7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8200" y="2129055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47206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2F709-FB29-EF2A-522C-DC829D141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Black" panose="020B0A04020102020204" pitchFamily="34" charset="0"/>
              </a:rPr>
              <a:t>TESTING, FEEDBACK AND TEAM COLLABORATION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BE0161-5D70-6AD8-3DDC-69ADB0A710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Testing and feedback 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i="1" dirty="0"/>
              <a:t>  who we tested with </a:t>
            </a:r>
          </a:p>
          <a:p>
            <a:pPr marL="0" indent="0">
              <a:buNone/>
            </a:pPr>
            <a:r>
              <a:rPr lang="en-US" dirty="0"/>
              <a:t>         we tested our prototype with our peers, target users, and instructors who played the prototype.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i="1" dirty="0"/>
              <a:t> what we learned </a:t>
            </a:r>
          </a:p>
          <a:p>
            <a:pPr marL="0" indent="0">
              <a:buNone/>
            </a:pPr>
            <a:r>
              <a:rPr lang="en-US" dirty="0"/>
              <a:t>         key findings – what confused players, what worked well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i="1" dirty="0"/>
              <a:t>  what we improved </a:t>
            </a:r>
          </a:p>
          <a:p>
            <a:pPr marL="0" indent="0">
              <a:buNone/>
            </a:pPr>
            <a:r>
              <a:rPr lang="en-US" dirty="0"/>
              <a:t>      specific changes made based on feedback received    </a:t>
            </a:r>
          </a:p>
        </p:txBody>
      </p:sp>
    </p:spTree>
    <p:extLst>
      <p:ext uri="{BB962C8B-B14F-4D97-AF65-F5344CB8AC3E}">
        <p14:creationId xmlns:p14="http://schemas.microsoft.com/office/powerpoint/2010/main" val="39758775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5D585A-4784-2EAC-050D-C8F377F540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49179"/>
            <a:ext cx="10515600" cy="5727784"/>
          </a:xfrm>
        </p:spPr>
        <p:txBody>
          <a:bodyPr/>
          <a:lstStyle/>
          <a:p>
            <a:r>
              <a:rPr lang="en-US" b="1" dirty="0">
                <a:latin typeface="Arial Black" panose="020B0A04020102020204" pitchFamily="34" charset="0"/>
              </a:rPr>
              <a:t>Team</a:t>
            </a:r>
            <a:r>
              <a:rPr lang="en-US" dirty="0">
                <a:latin typeface="Arial Black" panose="020B0A04020102020204" pitchFamily="34" charset="0"/>
              </a:rPr>
              <a:t> collaboration evidence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b="1" dirty="0"/>
              <a:t>Roles</a:t>
            </a:r>
            <a:r>
              <a:rPr lang="en-US" dirty="0"/>
              <a:t>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 </a:t>
            </a:r>
            <a:r>
              <a:rPr lang="en-US" dirty="0" err="1"/>
              <a:t>asutosh</a:t>
            </a:r>
            <a:r>
              <a:rPr lang="en-US" dirty="0"/>
              <a:t>- responsible for presentation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 </a:t>
            </a:r>
            <a:r>
              <a:rPr lang="en-US" dirty="0" err="1"/>
              <a:t>roshan</a:t>
            </a:r>
            <a:r>
              <a:rPr lang="en-US" dirty="0"/>
              <a:t>- managed </a:t>
            </a:r>
            <a:r>
              <a:rPr lang="en-US" dirty="0" err="1"/>
              <a:t>github</a:t>
            </a:r>
            <a:r>
              <a:rPr lang="en-US" dirty="0"/>
              <a:t>, coordinated testing, and ran team meetings to keep us on track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 </a:t>
            </a:r>
            <a:r>
              <a:rPr lang="en-US" dirty="0" err="1"/>
              <a:t>reeshim</a:t>
            </a:r>
            <a:r>
              <a:rPr lang="en-US" dirty="0"/>
              <a:t> rai- led game design and wrote all quiz questions, shaping the learning experience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 </a:t>
            </a:r>
            <a:r>
              <a:rPr lang="en-US" dirty="0" err="1"/>
              <a:t>bishal</a:t>
            </a:r>
            <a:r>
              <a:rPr lang="en-US" dirty="0"/>
              <a:t> </a:t>
            </a:r>
            <a:r>
              <a:rPr lang="en-US" dirty="0" err="1"/>
              <a:t>shankhar</a:t>
            </a:r>
            <a:r>
              <a:rPr lang="en-US" dirty="0"/>
              <a:t>- built the prototype in unity and handled </a:t>
            </a:r>
            <a:r>
              <a:rPr lang="en-US" dirty="0" err="1"/>
              <a:t>ux</a:t>
            </a:r>
            <a:r>
              <a:rPr lang="en-US" dirty="0"/>
              <a:t> design for a smooth player experience and </a:t>
            </a:r>
            <a:r>
              <a:rPr lang="en-US" dirty="0" err="1"/>
              <a:t>worte</a:t>
            </a:r>
            <a:r>
              <a:rPr lang="en-US" dirty="0"/>
              <a:t> all the code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 </a:t>
            </a:r>
            <a:r>
              <a:rPr lang="en-US" dirty="0" err="1"/>
              <a:t>tej</a:t>
            </a:r>
            <a:r>
              <a:rPr lang="en-US" dirty="0"/>
              <a:t> shahi- supported communication, collaboration, and team coordination throughout the project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265775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696420-251E-C171-4FB5-ACC4C16E5F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89811"/>
            <a:ext cx="10515600" cy="5487152"/>
          </a:xfrm>
        </p:spPr>
        <p:txBody>
          <a:bodyPr/>
          <a:lstStyle/>
          <a:p>
            <a:r>
              <a:rPr lang="en-US" b="1" dirty="0"/>
              <a:t>Meetings</a:t>
            </a:r>
            <a:r>
              <a:rPr lang="en-US" dirty="0"/>
              <a:t>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most of our meetings were done in our classroom where we discussed about our design, game concept, quiz questions and how we can make it more interactive and user friendly.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we also conducted online meetings to further work on our prototype.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213149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23C466-42D3-33DF-B2C0-261D2CAFB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Black" panose="020B0A04020102020204" pitchFamily="34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CA2FAD-FDD9-2879-67D8-03438B4B07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SUMMARY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 In summary, password defender was developed to educate users about passwords threats and the importance of creating strong and secure password through interactive gameplay and feedback.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Password defender teaches teenagers to think before they type – because one strong password can be the difference between safe and compromised. </a:t>
            </a:r>
          </a:p>
        </p:txBody>
      </p:sp>
    </p:spTree>
    <p:extLst>
      <p:ext uri="{BB962C8B-B14F-4D97-AF65-F5344CB8AC3E}">
        <p14:creationId xmlns:p14="http://schemas.microsoft.com/office/powerpoint/2010/main" val="71958403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94</TotalTime>
  <Words>766</Words>
  <Application>Microsoft Office PowerPoint</Application>
  <PresentationFormat>Widescreen</PresentationFormat>
  <Paragraphs>86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Arial Black</vt:lpstr>
      <vt:lpstr>Century Gothic</vt:lpstr>
      <vt:lpstr>Wingdings</vt:lpstr>
      <vt:lpstr>Wingdings 3</vt:lpstr>
      <vt:lpstr>Ion</vt:lpstr>
      <vt:lpstr>PASSWORD DEFENDER </vt:lpstr>
      <vt:lpstr>The problem: why passwords matters </vt:lpstr>
      <vt:lpstr>Target audience: teenagers </vt:lpstr>
      <vt:lpstr>PowerPoint Presentation</vt:lpstr>
      <vt:lpstr>GAME CONCEPT: PASSWORD DEFENDER</vt:lpstr>
      <vt:lpstr>PowerPoint Presentation</vt:lpstr>
      <vt:lpstr> UX AND ACCESSIBILITY DESIGN </vt:lpstr>
      <vt:lpstr>PowerPoint Presentation</vt:lpstr>
      <vt:lpstr>TESTING, FEEDBACK AND TEAM COLLABORATION </vt:lpstr>
      <vt:lpstr>PowerPoint Presentation</vt:lpstr>
      <vt:lpstr>PowerPoint Presentation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PASSWORD DEFENDER</dc:title>
  <dc:creator>Lenovo</dc:creator>
  <cp:lastModifiedBy>Lenovo</cp:lastModifiedBy>
  <cp:revision>1</cp:revision>
  <dcterms:created xsi:type="dcterms:W3CDTF">2026-05-28T13:27:22Z</dcterms:created>
  <dcterms:modified xsi:type="dcterms:W3CDTF">2026-05-28T15:01:39Z</dcterms:modified>
</cp:coreProperties>
</file>